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B9E4323-A057-4DF5-AB59-870E0947E337}">
          <p14:sldIdLst>
            <p14:sldId id="256"/>
            <p14:sldId id="257"/>
            <p14:sldId id="258"/>
            <p14:sldId id="259"/>
            <p14:sldId id="260"/>
            <p14:sldId id="261"/>
            <p14:sldId id="265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F5BA8-507A-DA54-4443-49624D19DB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122AAD-9A37-987A-7E44-94F98C322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22CF6-3485-E63E-8207-9404BEF04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96443-897E-44DD-922F-3BBF6B3283F3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7DD2C-94F7-B62D-A56D-2D1D295E8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DFB31-9DB0-4ED2-596E-42F4FD09C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71EC2-FA07-4388-8C63-CDAD7C345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85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AF4DD-B901-A58B-00CE-BEFC4D32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D2F5B-112D-760C-1E6D-0BB0FD6ED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370DC-1208-B429-238D-BC18EB361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96443-897E-44DD-922F-3BBF6B3283F3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92495-1AAD-B8ED-314F-0FBF779D3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22923-F87F-FE0A-C58E-94E73B5CC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71EC2-FA07-4388-8C63-CDAD7C345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287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47211-27BA-5F7C-B574-77C390F43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81638-2CB8-82CC-84A3-BAD63B10C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0FD29-3F3A-2F87-758B-4B2FE126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96443-897E-44DD-922F-3BBF6B3283F3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91D4F-70DD-F16D-E3CD-CF1F7DE57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21412-3C3F-0DD4-FDD9-C0AFD4A91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71EC2-FA07-4388-8C63-CDAD7C345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928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DE858-AF7A-23D9-7EE6-581344D34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237D8-249B-37A4-1A50-D5A840F91C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BAF6A4-DF6D-5584-5DDD-7B4996E8D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635ED-7DF9-6F60-BB6B-013DF54D6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96443-897E-44DD-922F-3BBF6B3283F3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BDFD72-FC46-8C57-B545-1F93E1E31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0F0734-6533-3251-33E2-2C5D49F19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71EC2-FA07-4388-8C63-CDAD7C345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774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08F8C-CB12-D1FB-5AFD-C4688B6BE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BBAD7-FE56-0698-3BD4-D28A78B48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1209B-0342-1A1C-6853-1B2849B461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B683C4-3F5F-8DAB-0028-8A4514F3F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DAF9BA-FE05-8442-D959-5F15A31641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BA61D0-B7A8-20F3-1789-9F9B73811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96443-897E-44DD-922F-3BBF6B3283F3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ACDAF0-7A26-67E4-4FBF-470FF6951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1D9795-8B27-DFDC-5AA5-38715AC89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71EC2-FA07-4388-8C63-CDAD7C345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078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BD2A1-40D2-F138-2B14-C1F3B878F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86306D-D653-5E29-A511-7F55E992B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96443-897E-44DD-922F-3BBF6B3283F3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F6FB31-F637-A4A9-B601-7E48AA3C3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3284FC-82AF-EC64-FB3B-4E1F24CBF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71EC2-FA07-4388-8C63-CDAD7C345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019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C380E1-78DB-3665-A0AB-0C40257DE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96443-897E-44DD-922F-3BBF6B3283F3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FBEA85-C168-C18C-5759-9B430CC31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DAD03-BF42-8E17-4AB8-9218B5095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71EC2-FA07-4388-8C63-CDAD7C345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065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F4EA7-112E-310F-F0F8-3F590EDB6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32E19-BA68-1431-B0FB-BD3AA5158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B4F51-F2E9-A1D7-A5AA-91C77F9E78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703979-2008-2C4B-3F6A-98566F23A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96443-897E-44DD-922F-3BBF6B3283F3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67901-4979-288C-EA51-3F0DBD8E9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36A890-2DEC-F346-E62D-B7C231550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71EC2-FA07-4388-8C63-CDAD7C345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70372-0F30-0943-9D4A-58858B3B4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D07D8B-A25D-4E29-AF73-B6A407FDC0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3191FA-E64D-C46F-F52E-460E77326E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E86BF-D819-85D1-4C13-9E245F2AA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96443-897E-44DD-922F-3BBF6B3283F3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E4ADF-4EAE-5C1F-47E4-5F7CDAD92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B0E04-5956-E4B6-59A6-C100642EC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71EC2-FA07-4388-8C63-CDAD7C345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496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49C9A-E7F3-2DE0-BBBA-C0A01C96D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FCD941-A32D-2D68-BF38-1D1980BEA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464B6-CC6A-6487-F6ED-A71A33CF1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96443-897E-44DD-922F-3BBF6B3283F3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90D9D-8FAF-52B6-E72E-95AA39999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F66AB-BD1D-2C7D-43F9-6D11652B1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71EC2-FA07-4388-8C63-CDAD7C345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439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A22B77-4F08-ED0A-6A28-17612522AE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F1A663-D73B-C92A-27A0-14B36060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4EA24-6CA1-EC6C-8723-E8D369A94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96443-897E-44DD-922F-3BBF6B3283F3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ADAFC-66D3-B2DC-7012-411482211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82177-FFA9-C80F-D489-950DE75A9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71EC2-FA07-4388-8C63-CDAD7C345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597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FAAD75-12DF-DD43-195D-7F0C297F3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EF5F1-B815-C6D7-4E58-8B4693A74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48813-CE6C-DD36-F1FF-BFB9ECDECB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396443-897E-44DD-922F-3BBF6B3283F3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DB3D0-28CE-AF6D-FB56-C9F5EBE7BB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8B5EE-CFF3-9489-332C-0379DB8D3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E71EC2-FA07-4388-8C63-CDAD7C345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193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2B8C6-3E5B-B9CB-616E-0F7B1E3083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Baskerville Old Face" panose="02020602080505020303" pitchFamily="18" charset="0"/>
              </a:rPr>
              <a:t>VitalX</a:t>
            </a:r>
            <a:endParaRPr lang="en-IN" b="1" dirty="0">
              <a:latin typeface="Baskerville Old Face" panose="02020602080505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451A06-79B3-26DD-F2A8-D8DC3B4373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A Healthcare Record Storage on Blockchain 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3597108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C9DA6-CF8F-DD79-7E93-827818FED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ell MT" panose="02020503060305020303" pitchFamily="18" charset="0"/>
              </a:rPr>
              <a:t>Team </a:t>
            </a:r>
            <a:r>
              <a:rPr lang="en-US" b="1" dirty="0">
                <a:latin typeface="Baskerville Old Face" panose="02020602080505020303" pitchFamily="18" charset="0"/>
              </a:rPr>
              <a:t>Members</a:t>
            </a:r>
            <a:endParaRPr lang="en-IN" b="1" dirty="0"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E7321-9B71-6700-3BFF-10C9DE8D0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51588"/>
            <a:ext cx="10515600" cy="3028336"/>
          </a:xfrm>
        </p:spPr>
        <p:txBody>
          <a:bodyPr>
            <a:normAutofit/>
          </a:bodyPr>
          <a:lstStyle/>
          <a:p>
            <a:pPr marL="514350" indent="-514350" algn="ctr">
              <a:buFont typeface="+mj-lt"/>
              <a:buAutoNum type="arabicPeriod"/>
            </a:pPr>
            <a:r>
              <a:rPr lang="en-US" sz="3000" dirty="0"/>
              <a:t>Sharayu Deogaonkar 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US" sz="3000" dirty="0"/>
              <a:t>Asha Kumbhar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US" sz="3000" dirty="0"/>
              <a:t>Nishit Bhalerao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US" sz="3000" dirty="0"/>
              <a:t>Sarthak Dhere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US" sz="3000" dirty="0"/>
              <a:t>Rajas Badade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417285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4AFBF-B72E-02B4-6ED4-E5593F9D2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skerville Old Face" panose="02020602080505020303" pitchFamily="18" charset="0"/>
              </a:rPr>
              <a:t>Problem Statement</a:t>
            </a:r>
            <a:endParaRPr lang="en-IN" b="1" dirty="0"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44D88-ECC5-7954-3F2E-BC6277BFC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28595"/>
            <a:ext cx="10515600" cy="364836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In today’s healthcare system, patients frequently lose access to their medical records when changing doctors, hospitals, or moving to a new city. Medical histories, vaccination certificates, and prescriptions are often scattered across multiple healthcare providers, making it difficult to maintain a complete and tamper-proof medical record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54909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328AB-9F59-E628-3F5B-E1A0DD2DF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skerville Old Face" panose="02020602080505020303" pitchFamily="18" charset="0"/>
              </a:rPr>
              <a:t>Solution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5065F-7615-13E7-22BE-F8904CCC1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To address the challenges of fragmented, insecure, and unverifiable medical records, we propose a decentralized health record storage system built on Ethereum blockchain.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Medical records </a:t>
            </a:r>
            <a:r>
              <a:rPr lang="en-US" sz="2400" dirty="0"/>
              <a:t>(reports, prescriptions, vaccination certificates) are encrypted and stored securely on IPFS.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Doctor Verification</a:t>
            </a:r>
            <a:r>
              <a:rPr lang="en-US" sz="2400" dirty="0"/>
              <a:t>: Prescriptions and vaccination certificates must be verified by registered doctors before being marked valid on the blockchain.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Patient Ownership</a:t>
            </a:r>
            <a:r>
              <a:rPr lang="en-US" sz="2400" dirty="0"/>
              <a:t>: Patients remain the true owners of their health data and can decide who gets access.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/>
              <a:t>Immutable Blockchain Proof</a:t>
            </a:r>
            <a:r>
              <a:rPr lang="en-IN" sz="2400" dirty="0"/>
              <a:t>: Ethereum smart contracts store only the record metadata (IPFS hash, timestamp, verification status), making data tamper-proof.	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18442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8809-B66D-6527-E5D4-7D7D2EAE5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skerville Old Face" panose="02020602080505020303" pitchFamily="18" charset="0"/>
              </a:rPr>
              <a:t>Dapp Objective</a:t>
            </a:r>
            <a:endParaRPr lang="en-IN" b="1" dirty="0"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4D873-5B11-74EB-A356-B66DCDCFE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3200" dirty="0"/>
              <a:t>The objective of this Dapp is:</a:t>
            </a:r>
          </a:p>
          <a:p>
            <a:pPr marL="0" indent="0" algn="ctr">
              <a:buNone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Secure Health Record Storage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Patient Data Ownership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Doctor Verification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Access Control Management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Data Privacy &amp; Security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8079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EE71-8AC3-4C85-395B-ADEC0E41D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skerville Old Face" panose="02020602080505020303" pitchFamily="18" charset="0"/>
              </a:rPr>
              <a:t>Why Blockchain</a:t>
            </a:r>
            <a:endParaRPr lang="en-IN" b="1" dirty="0"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48E7D-AB46-4538-A612-056852C0A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arenR"/>
            </a:pPr>
            <a:r>
              <a:rPr lang="en-IN" dirty="0"/>
              <a:t>Immutability/Tamper-proof Records</a:t>
            </a:r>
          </a:p>
          <a:p>
            <a:pPr marL="514350" indent="-514350">
              <a:buFont typeface="+mj-lt"/>
              <a:buAutoNum type="arabicParenR"/>
            </a:pPr>
            <a:r>
              <a:rPr lang="en-IN" dirty="0"/>
              <a:t>Transparency/Trust </a:t>
            </a:r>
          </a:p>
          <a:p>
            <a:pPr marL="514350" indent="-514350">
              <a:buFont typeface="+mj-lt"/>
              <a:buAutoNum type="arabicParenR"/>
            </a:pPr>
            <a:r>
              <a:rPr lang="en-IN" dirty="0"/>
              <a:t>Security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Automation via Smart Contracts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Decentralization</a:t>
            </a:r>
            <a:endParaRPr lang="en-IN" dirty="0"/>
          </a:p>
          <a:p>
            <a:pPr marL="514350" indent="-514350">
              <a:buFont typeface="+mj-lt"/>
              <a:buAutoNum type="arabicParenR"/>
            </a:pPr>
            <a:endParaRPr lang="en-IN" dirty="0"/>
          </a:p>
          <a:p>
            <a:pPr marL="514350" indent="-514350">
              <a:buFont typeface="+mj-lt"/>
              <a:buAutoNum type="arabicParenR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6739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B916-D762-3C0D-A19D-EB7E6AB8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Baskerville Old Face" panose="02020602080505020303" pitchFamily="18" charset="0"/>
              </a:rPr>
              <a:t>Stakeholders/Roles</a:t>
            </a:r>
            <a:endParaRPr lang="en-IN" dirty="0"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46F13-4DA5-6DD7-B2F3-A1BE4F33B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Admin : Only for onboarding Doctors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Patient: Owns all records, can upload+ grant/revoke access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Doctor: Can verify patient uploads or issue new verified records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6915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8E402-AAFE-D28A-C0EA-2F1906D8A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Baskerville Old Face" panose="02020602080505020303" pitchFamily="18" charset="0"/>
              </a:rPr>
              <a:t>Workflow</a:t>
            </a:r>
            <a:endParaRPr lang="en-IN" dirty="0">
              <a:latin typeface="Baskerville Old Face" panose="02020602080505020303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A5DA00-E73F-CD47-5047-13C39478E0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93134"/>
            <a:ext cx="1075963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 Login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Patient logs in with WalletConnect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Upload Record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Patient encrypts the file → uploads to IPFS → CID stored on Ethereum smart contract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Grant Access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Patient grants access to a doctor by sharing the encrypted key.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Doctor Verification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Doctor retrieves the record, decrypts it, checks validity → calls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verifyRecord()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on smart contract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 &amp; Access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Verified record is now permanently linked to the patient’s health history.</a:t>
            </a:r>
          </a:p>
        </p:txBody>
      </p:sp>
    </p:spTree>
    <p:extLst>
      <p:ext uri="{BB962C8B-B14F-4D97-AF65-F5344CB8AC3E}">
        <p14:creationId xmlns:p14="http://schemas.microsoft.com/office/powerpoint/2010/main" val="1694779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B28F8-F1BF-093D-8CA8-570A75ACC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Baskerville Old Face" panose="02020602080505020303" pitchFamily="18" charset="0"/>
              </a:rPr>
              <a:t>Tech Stack</a:t>
            </a:r>
            <a:endParaRPr lang="en-IN" dirty="0">
              <a:latin typeface="Baskerville Old Face" panose="02020602080505020303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152919C-9826-08E6-D07A-C5BE122AF4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9912" y="2546534"/>
            <a:ext cx="10067730" cy="2443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Remix IDE - for smart contract using solidity</a:t>
            </a:r>
            <a:br>
              <a:rPr lang="en-US" sz="2400" dirty="0"/>
            </a:br>
            <a:r>
              <a:rPr lang="en-US" sz="2400" dirty="0"/>
              <a:t>IPFS – to store documents</a:t>
            </a:r>
            <a:br>
              <a:rPr lang="en-US" sz="2400" dirty="0"/>
            </a:br>
            <a:r>
              <a:rPr lang="en-US" sz="2400" dirty="0"/>
              <a:t>Sepolia Testnet for deployment</a:t>
            </a:r>
            <a:r>
              <a:rPr lang="en-IN" sz="2400" dirty="0"/>
              <a:t> and </a:t>
            </a:r>
            <a:r>
              <a:rPr lang="en-US" sz="2400" dirty="0"/>
              <a:t>Hardhat for Testing.</a:t>
            </a:r>
            <a:endParaRPr lang="en-IN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React.js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→WalletConnect.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Encryption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AES (file encryption) + RSA/ECIES (key sharing).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Optional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Node.js backend + MongoDB for caching logs.</a:t>
            </a:r>
          </a:p>
        </p:txBody>
      </p:sp>
    </p:spTree>
    <p:extLst>
      <p:ext uri="{BB962C8B-B14F-4D97-AF65-F5344CB8AC3E}">
        <p14:creationId xmlns:p14="http://schemas.microsoft.com/office/powerpoint/2010/main" val="4057095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399</Words>
  <Application>Microsoft Office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Arial Unicode MS</vt:lpstr>
      <vt:lpstr>Baskerville Old Face</vt:lpstr>
      <vt:lpstr>Bell MT</vt:lpstr>
      <vt:lpstr>Office Theme</vt:lpstr>
      <vt:lpstr>VitalX</vt:lpstr>
      <vt:lpstr>Team Members</vt:lpstr>
      <vt:lpstr>Problem Statement</vt:lpstr>
      <vt:lpstr>Solution </vt:lpstr>
      <vt:lpstr>Dapp Objective</vt:lpstr>
      <vt:lpstr>Why Blockchain</vt:lpstr>
      <vt:lpstr>Stakeholders/Roles</vt:lpstr>
      <vt:lpstr>Workflow</vt:lpstr>
      <vt:lpstr>Tech Stack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Sharayu Deogaonkar</dc:creator>
  <cp:lastModifiedBy>Sharayu Deogaonkar</cp:lastModifiedBy>
  <cp:revision>3</cp:revision>
  <dcterms:created xsi:type="dcterms:W3CDTF">2025-08-10T14:29:06Z</dcterms:created>
  <dcterms:modified xsi:type="dcterms:W3CDTF">2025-09-10T17:24:49Z</dcterms:modified>
</cp:coreProperties>
</file>